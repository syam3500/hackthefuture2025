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58" r:id="rId3"/>
    <p:sldId id="260" r:id="rId4"/>
    <p:sldId id="265" r:id="rId5"/>
    <p:sldId id="264" r:id="rId6"/>
    <p:sldId id="263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BFC6F2-025C-4D7F-B57D-33178E4C8CF9}" v="11" dt="2025-11-12T14:41:56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706" autoAdjust="0"/>
  </p:normalViewPr>
  <p:slideViewPr>
    <p:cSldViewPr snapToGrid="0">
      <p:cViewPr varScale="1"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phie Y." userId="f34e18bc73d4dbe8" providerId="LiveId" clId="{B14A4A8B-8448-4D27-9AA0-551459E1DFA5}"/>
    <pc:docChg chg="undo custSel addSld delSld modSld">
      <pc:chgData name="Sophie Y." userId="f34e18bc73d4dbe8" providerId="LiveId" clId="{B14A4A8B-8448-4D27-9AA0-551459E1DFA5}" dt="2025-11-12T14:42:06.597" v="514" actId="478"/>
      <pc:docMkLst>
        <pc:docMk/>
      </pc:docMkLst>
      <pc:sldChg chg="addSp modSp mod">
        <pc:chgData name="Sophie Y." userId="f34e18bc73d4dbe8" providerId="LiveId" clId="{B14A4A8B-8448-4D27-9AA0-551459E1DFA5}" dt="2025-11-12T14:24:59.604" v="98" actId="108"/>
        <pc:sldMkLst>
          <pc:docMk/>
          <pc:sldMk cId="0" sldId="257"/>
        </pc:sldMkLst>
        <pc:spChg chg="add mod">
          <ac:chgData name="Sophie Y." userId="f34e18bc73d4dbe8" providerId="LiveId" clId="{B14A4A8B-8448-4D27-9AA0-551459E1DFA5}" dt="2025-11-12T14:24:59.604" v="98" actId="108"/>
          <ac:spMkLst>
            <pc:docMk/>
            <pc:sldMk cId="0" sldId="257"/>
            <ac:spMk id="6" creationId="{6309ADAE-1846-DA7B-B5C6-D31DA205DB33}"/>
          </ac:spMkLst>
        </pc:spChg>
      </pc:sldChg>
      <pc:sldChg chg="modSp mod">
        <pc:chgData name="Sophie Y." userId="f34e18bc73d4dbe8" providerId="LiveId" clId="{B14A4A8B-8448-4D27-9AA0-551459E1DFA5}" dt="2025-11-12T14:36:44.466" v="358" actId="2711"/>
        <pc:sldMkLst>
          <pc:docMk/>
          <pc:sldMk cId="857892202" sldId="258"/>
        </pc:sldMkLst>
        <pc:spChg chg="mod">
          <ac:chgData name="Sophie Y." userId="f34e18bc73d4dbe8" providerId="LiveId" clId="{B14A4A8B-8448-4D27-9AA0-551459E1DFA5}" dt="2025-11-12T14:36:44.466" v="358" actId="2711"/>
          <ac:spMkLst>
            <pc:docMk/>
            <pc:sldMk cId="857892202" sldId="258"/>
            <ac:spMk id="4" creationId="{46C14A06-4724-3DEE-9BCC-BFEC5FF828B9}"/>
          </ac:spMkLst>
        </pc:spChg>
      </pc:sldChg>
      <pc:sldChg chg="del">
        <pc:chgData name="Sophie Y." userId="f34e18bc73d4dbe8" providerId="LiveId" clId="{B14A4A8B-8448-4D27-9AA0-551459E1DFA5}" dt="2025-11-12T14:24:14.252" v="0" actId="2696"/>
        <pc:sldMkLst>
          <pc:docMk/>
          <pc:sldMk cId="2554432822" sldId="259"/>
        </pc:sldMkLst>
      </pc:sldChg>
      <pc:sldChg chg="addSp delSp modSp mod">
        <pc:chgData name="Sophie Y." userId="f34e18bc73d4dbe8" providerId="LiveId" clId="{B14A4A8B-8448-4D27-9AA0-551459E1DFA5}" dt="2025-11-12T14:42:06.597" v="514" actId="478"/>
        <pc:sldMkLst>
          <pc:docMk/>
          <pc:sldMk cId="13598123" sldId="260"/>
        </pc:sldMkLst>
        <pc:spChg chg="mod">
          <ac:chgData name="Sophie Y." userId="f34e18bc73d4dbe8" providerId="LiveId" clId="{B14A4A8B-8448-4D27-9AA0-551459E1DFA5}" dt="2025-11-12T14:33:17.008" v="349" actId="20577"/>
          <ac:spMkLst>
            <pc:docMk/>
            <pc:sldMk cId="13598123" sldId="260"/>
            <ac:spMk id="2" creationId="{CD8B2CB2-2AD7-D6EF-7260-606F1AB756EB}"/>
          </ac:spMkLst>
        </pc:spChg>
        <pc:spChg chg="add del mod">
          <ac:chgData name="Sophie Y." userId="f34e18bc73d4dbe8" providerId="LiveId" clId="{B14A4A8B-8448-4D27-9AA0-551459E1DFA5}" dt="2025-11-12T14:42:06.597" v="514" actId="478"/>
          <ac:spMkLst>
            <pc:docMk/>
            <pc:sldMk cId="13598123" sldId="260"/>
            <ac:spMk id="9" creationId="{5D73F816-64C0-5F7B-9FD7-449D40526B1A}"/>
          </ac:spMkLst>
        </pc:spChg>
        <pc:spChg chg="add mod">
          <ac:chgData name="Sophie Y." userId="f34e18bc73d4dbe8" providerId="LiveId" clId="{B14A4A8B-8448-4D27-9AA0-551459E1DFA5}" dt="2025-11-12T14:42:00.194" v="513" actId="6549"/>
          <ac:spMkLst>
            <pc:docMk/>
            <pc:sldMk cId="13598123" sldId="260"/>
            <ac:spMk id="10" creationId="{9BB1C519-B44A-0817-D637-D5B9FAB35EA0}"/>
          </ac:spMkLst>
        </pc:spChg>
        <pc:picChg chg="add mod modCrop">
          <ac:chgData name="Sophie Y." userId="f34e18bc73d4dbe8" providerId="LiveId" clId="{B14A4A8B-8448-4D27-9AA0-551459E1DFA5}" dt="2025-11-12T14:41:30.134" v="507" actId="1076"/>
          <ac:picMkLst>
            <pc:docMk/>
            <pc:sldMk cId="13598123" sldId="260"/>
            <ac:picMk id="4" creationId="{B1CC21BC-83A8-52EF-0F04-40F2212BEA9E}"/>
          </ac:picMkLst>
        </pc:picChg>
        <pc:picChg chg="add mod modCrop">
          <ac:chgData name="Sophie Y." userId="f34e18bc73d4dbe8" providerId="LiveId" clId="{B14A4A8B-8448-4D27-9AA0-551459E1DFA5}" dt="2025-11-12T14:41:28.650" v="506" actId="1076"/>
          <ac:picMkLst>
            <pc:docMk/>
            <pc:sldMk cId="13598123" sldId="260"/>
            <ac:picMk id="6" creationId="{BFCE48C6-E597-A282-A0C1-34926BDAE428}"/>
          </ac:picMkLst>
        </pc:picChg>
        <pc:picChg chg="add del mod">
          <ac:chgData name="Sophie Y." userId="f34e18bc73d4dbe8" providerId="LiveId" clId="{B14A4A8B-8448-4D27-9AA0-551459E1DFA5}" dt="2025-11-12T14:39:54.601" v="434" actId="21"/>
          <ac:picMkLst>
            <pc:docMk/>
            <pc:sldMk cId="13598123" sldId="260"/>
            <ac:picMk id="8" creationId="{46D48D12-55E9-EBD9-ED5D-08A2CC0EC2B2}"/>
          </ac:picMkLst>
        </pc:picChg>
      </pc:sldChg>
      <pc:sldChg chg="del">
        <pc:chgData name="Sophie Y." userId="f34e18bc73d4dbe8" providerId="LiveId" clId="{B14A4A8B-8448-4D27-9AA0-551459E1DFA5}" dt="2025-11-12T14:26:58.455" v="182" actId="2696"/>
        <pc:sldMkLst>
          <pc:docMk/>
          <pc:sldMk cId="1165090437" sldId="261"/>
        </pc:sldMkLst>
      </pc:sldChg>
      <pc:sldChg chg="addSp modSp mod">
        <pc:chgData name="Sophie Y." userId="f34e18bc73d4dbe8" providerId="LiveId" clId="{B14A4A8B-8448-4D27-9AA0-551459E1DFA5}" dt="2025-11-12T14:37:17.180" v="414" actId="108"/>
        <pc:sldMkLst>
          <pc:docMk/>
          <pc:sldMk cId="4012573386" sldId="263"/>
        </pc:sldMkLst>
        <pc:spChg chg="add mod">
          <ac:chgData name="Sophie Y." userId="f34e18bc73d4dbe8" providerId="LiveId" clId="{B14A4A8B-8448-4D27-9AA0-551459E1DFA5}" dt="2025-11-12T14:32:12.420" v="266" actId="208"/>
          <ac:spMkLst>
            <pc:docMk/>
            <pc:sldMk cId="4012573386" sldId="263"/>
            <ac:spMk id="2" creationId="{37016B69-0664-2B32-AA2B-D92073BDFDCF}"/>
          </ac:spMkLst>
        </pc:spChg>
        <pc:spChg chg="mod">
          <ac:chgData name="Sophie Y." userId="f34e18bc73d4dbe8" providerId="LiveId" clId="{B14A4A8B-8448-4D27-9AA0-551459E1DFA5}" dt="2025-11-12T14:37:17.180" v="414" actId="108"/>
          <ac:spMkLst>
            <pc:docMk/>
            <pc:sldMk cId="4012573386" sldId="263"/>
            <ac:spMk id="11" creationId="{84BF7BA8-479F-8850-34C5-22F1B3087A76}"/>
          </ac:spMkLst>
        </pc:spChg>
        <pc:picChg chg="mod">
          <ac:chgData name="Sophie Y." userId="f34e18bc73d4dbe8" providerId="LiveId" clId="{B14A4A8B-8448-4D27-9AA0-551459E1DFA5}" dt="2025-11-12T14:29:11.617" v="212" actId="1076"/>
          <ac:picMkLst>
            <pc:docMk/>
            <pc:sldMk cId="4012573386" sldId="263"/>
            <ac:picMk id="5" creationId="{1FDA4D03-E467-DFAC-8DAC-B8DA85ACFEA3}"/>
          </ac:picMkLst>
        </pc:picChg>
      </pc:sldChg>
      <pc:sldChg chg="addSp modSp mod">
        <pc:chgData name="Sophie Y." userId="f34e18bc73d4dbe8" providerId="LiveId" clId="{B14A4A8B-8448-4D27-9AA0-551459E1DFA5}" dt="2025-11-12T14:36:39.529" v="357" actId="403"/>
        <pc:sldMkLst>
          <pc:docMk/>
          <pc:sldMk cId="97141928" sldId="264"/>
        </pc:sldMkLst>
        <pc:spChg chg="mod">
          <ac:chgData name="Sophie Y." userId="f34e18bc73d4dbe8" providerId="LiveId" clId="{B14A4A8B-8448-4D27-9AA0-551459E1DFA5}" dt="2025-11-12T14:25:36.543" v="145" actId="20577"/>
          <ac:spMkLst>
            <pc:docMk/>
            <pc:sldMk cId="97141928" sldId="264"/>
            <ac:spMk id="2" creationId="{7DD265E2-B68E-0FB1-CF2E-4BB270EE254F}"/>
          </ac:spMkLst>
        </pc:spChg>
        <pc:spChg chg="add mod">
          <ac:chgData name="Sophie Y." userId="f34e18bc73d4dbe8" providerId="LiveId" clId="{B14A4A8B-8448-4D27-9AA0-551459E1DFA5}" dt="2025-11-12T14:28:43.902" v="206" actId="1076"/>
          <ac:spMkLst>
            <pc:docMk/>
            <pc:sldMk cId="97141928" sldId="264"/>
            <ac:spMk id="4" creationId="{A731BB6B-8F31-5283-5709-1E29E58E41AC}"/>
          </ac:spMkLst>
        </pc:spChg>
        <pc:spChg chg="mod">
          <ac:chgData name="Sophie Y." userId="f34e18bc73d4dbe8" providerId="LiveId" clId="{B14A4A8B-8448-4D27-9AA0-551459E1DFA5}" dt="2025-11-12T14:28:38.697" v="205" actId="14100"/>
          <ac:spMkLst>
            <pc:docMk/>
            <pc:sldMk cId="97141928" sldId="264"/>
            <ac:spMk id="8" creationId="{FF4BB289-6E57-BDE6-81C4-59FD07847AC2}"/>
          </ac:spMkLst>
        </pc:spChg>
        <pc:graphicFrameChg chg="mod modGraphic">
          <ac:chgData name="Sophie Y." userId="f34e18bc73d4dbe8" providerId="LiveId" clId="{B14A4A8B-8448-4D27-9AA0-551459E1DFA5}" dt="2025-11-12T14:36:39.529" v="357" actId="403"/>
          <ac:graphicFrameMkLst>
            <pc:docMk/>
            <pc:sldMk cId="97141928" sldId="264"/>
            <ac:graphicFrameMk id="3" creationId="{F72784E3-8148-773C-F752-BAF80EBAA7EA}"/>
          </ac:graphicFrameMkLst>
        </pc:graphicFrameChg>
        <pc:picChg chg="mod">
          <ac:chgData name="Sophie Y." userId="f34e18bc73d4dbe8" providerId="LiveId" clId="{B14A4A8B-8448-4D27-9AA0-551459E1DFA5}" dt="2025-11-12T14:25:47.422" v="149" actId="14100"/>
          <ac:picMkLst>
            <pc:docMk/>
            <pc:sldMk cId="97141928" sldId="264"/>
            <ac:picMk id="5" creationId="{DF38047E-8583-F28E-2A93-78E305FBF795}"/>
          </ac:picMkLst>
        </pc:picChg>
      </pc:sldChg>
      <pc:sldChg chg="addSp delSp modSp new mod">
        <pc:chgData name="Sophie Y." userId="f34e18bc73d4dbe8" providerId="LiveId" clId="{B14A4A8B-8448-4D27-9AA0-551459E1DFA5}" dt="2025-11-12T14:41:24.174" v="505" actId="20577"/>
        <pc:sldMkLst>
          <pc:docMk/>
          <pc:sldMk cId="1486701638" sldId="265"/>
        </pc:sldMkLst>
        <pc:spChg chg="add del">
          <ac:chgData name="Sophie Y." userId="f34e18bc73d4dbe8" providerId="LiveId" clId="{B14A4A8B-8448-4D27-9AA0-551459E1DFA5}" dt="2025-11-12T14:34:01.940" v="352" actId="478"/>
          <ac:spMkLst>
            <pc:docMk/>
            <pc:sldMk cId="1486701638" sldId="265"/>
            <ac:spMk id="3" creationId="{A40322A9-848C-F07F-608C-B9E57150A4F3}"/>
          </ac:spMkLst>
        </pc:spChg>
        <pc:spChg chg="add del">
          <ac:chgData name="Sophie Y." userId="f34e18bc73d4dbe8" providerId="LiveId" clId="{B14A4A8B-8448-4D27-9AA0-551459E1DFA5}" dt="2025-11-12T14:40:07.984" v="440" actId="22"/>
          <ac:spMkLst>
            <pc:docMk/>
            <pc:sldMk cId="1486701638" sldId="265"/>
            <ac:spMk id="5" creationId="{2FB1B1D7-C07F-94CF-C6D4-E457309237E7}"/>
          </ac:spMkLst>
        </pc:spChg>
        <pc:spChg chg="add mod">
          <ac:chgData name="Sophie Y." userId="f34e18bc73d4dbe8" providerId="LiveId" clId="{B14A4A8B-8448-4D27-9AA0-551459E1DFA5}" dt="2025-11-12T14:40:26.367" v="469" actId="14100"/>
          <ac:spMkLst>
            <pc:docMk/>
            <pc:sldMk cId="1486701638" sldId="265"/>
            <ac:spMk id="7" creationId="{658D30AC-9FC4-2FAB-090E-8CD1C658FC91}"/>
          </ac:spMkLst>
        </pc:spChg>
        <pc:spChg chg="add mod">
          <ac:chgData name="Sophie Y." userId="f34e18bc73d4dbe8" providerId="LiveId" clId="{B14A4A8B-8448-4D27-9AA0-551459E1DFA5}" dt="2025-11-12T14:40:39.265" v="474" actId="14100"/>
          <ac:spMkLst>
            <pc:docMk/>
            <pc:sldMk cId="1486701638" sldId="265"/>
            <ac:spMk id="9" creationId="{A3AA2A0C-2406-0F54-5F05-ECBFF4F5D70A}"/>
          </ac:spMkLst>
        </pc:spChg>
        <pc:spChg chg="add mod">
          <ac:chgData name="Sophie Y." userId="f34e18bc73d4dbe8" providerId="LiveId" clId="{B14A4A8B-8448-4D27-9AA0-551459E1DFA5}" dt="2025-11-12T14:41:24.174" v="505" actId="20577"/>
          <ac:spMkLst>
            <pc:docMk/>
            <pc:sldMk cId="1486701638" sldId="265"/>
            <ac:spMk id="10" creationId="{7786670B-FA37-798D-4780-F5DD2B5DC9FF}"/>
          </ac:spMkLst>
        </pc:spChg>
        <pc:graphicFrameChg chg="add mod">
          <ac:chgData name="Sophie Y." userId="f34e18bc73d4dbe8" providerId="LiveId" clId="{B14A4A8B-8448-4D27-9AA0-551459E1DFA5}" dt="2025-11-12T14:41:11.931" v="494"/>
          <ac:graphicFrameMkLst>
            <pc:docMk/>
            <pc:sldMk cId="1486701638" sldId="265"/>
            <ac:graphicFrameMk id="11" creationId="{8890A4A7-0BF2-5130-A9F3-9ACC0464D18F}"/>
          </ac:graphicFrameMkLst>
        </pc:graphicFrameChg>
        <pc:picChg chg="add mod">
          <ac:chgData name="Sophie Y." userId="f34e18bc73d4dbe8" providerId="LiveId" clId="{B14A4A8B-8448-4D27-9AA0-551459E1DFA5}" dt="2025-11-12T14:39:59.939" v="438" actId="1076"/>
          <ac:picMkLst>
            <pc:docMk/>
            <pc:sldMk cId="1486701638" sldId="265"/>
            <ac:picMk id="8" creationId="{46D48D12-55E9-EBD9-ED5D-08A2CC0EC2B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7F9F1-FCAF-428C-BE75-156E4B820D80}" type="datetimeFigureOut">
              <a:rPr lang="fr-BE" smtClean="0"/>
              <a:t>12-11-25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D1023-1CCC-4834-B965-F860580B7536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17855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concept of Sense of Place is a 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fundamental aspect of cultural geography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influencing how humans experience and interact with their environments.</a:t>
            </a:r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D1023-1CCC-4834-B965-F860580B7536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5442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38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B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BE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4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B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BE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102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B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BE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243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B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BE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4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B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BE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86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B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BE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4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B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BE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1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B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BE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41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B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BE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7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BE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BE" sz="15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87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4EDF1-DF4A-1088-0DD2-4B253C847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4CBD07-043D-6367-167C-22DBE455D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C702-4013-7DCA-6F62-A2D3B448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D69BF-558A-F64D-84C4-CBE566C1B78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A89A9-8C96-8830-60C4-34501598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A5F01-36D4-2B51-9C9D-4D83B24D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60F4-183A-2C45-9F70-6EB679422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54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0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2523629"/>
            <a:ext cx="6297018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4042"/>
              </a:lnSpc>
            </a:pPr>
            <a:r>
              <a:rPr lang="en-US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Ocean Health Data: From Raw Data to Insights</a:t>
            </a:r>
            <a:endParaRPr lang="en-US" sz="32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92" y="3805139"/>
            <a:ext cx="629701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761970">
              <a:lnSpc>
                <a:spcPts val="2083"/>
              </a:lnSpc>
            </a:pPr>
            <a:r>
              <a:rPr lang="en-US" sz="1292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Transforming ocean health data into actionable insights using Machine Learning and interactive visualizations for environmental stakeholders and policy makers.</a:t>
            </a:r>
            <a:endParaRPr lang="en-US" sz="12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9ADAE-1846-DA7B-B5C6-D31DA205DB33}"/>
              </a:ext>
            </a:extLst>
          </p:cNvPr>
          <p:cNvSpPr txBox="1"/>
          <p:nvPr/>
        </p:nvSpPr>
        <p:spPr>
          <a:xfrm>
            <a:off x="152400" y="5818202"/>
            <a:ext cx="6096000" cy="874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61970">
              <a:lnSpc>
                <a:spcPts val="2083"/>
              </a:lnSpc>
            </a:pPr>
            <a:r>
              <a:rPr lang="fr-BE" sz="1292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Reinout</a:t>
            </a:r>
            <a:r>
              <a:rPr lang="fr-BE" sz="1292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fr-BE" sz="1292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Schols</a:t>
            </a:r>
            <a:endParaRPr lang="fr-BE" sz="1292" dirty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defTabSz="761970">
              <a:lnSpc>
                <a:spcPts val="2083"/>
              </a:lnSpc>
            </a:pPr>
            <a:r>
              <a:rPr lang="fr-BE" sz="1292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Sophie Yam</a:t>
            </a:r>
          </a:p>
          <a:p>
            <a:pPr defTabSz="761970">
              <a:lnSpc>
                <a:spcPts val="2083"/>
              </a:lnSpc>
            </a:pPr>
            <a:r>
              <a:rPr lang="fr-BE" sz="1292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2MA </a:t>
            </a:r>
            <a:r>
              <a:rPr lang="fr-BE" sz="1292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Statistics</a:t>
            </a:r>
            <a:r>
              <a:rPr lang="fr-BE" sz="1292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Data Science | </a:t>
            </a:r>
            <a:r>
              <a:rPr lang="fr-BE" sz="1292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UHasselt</a:t>
            </a:r>
            <a:r>
              <a:rPr lang="fr-BE" sz="1292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12 </a:t>
            </a:r>
            <a:r>
              <a:rPr lang="fr-BE" sz="1292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</a:t>
            </a:r>
            <a:r>
              <a:rPr lang="fr-BE" sz="1292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55C45C-61F6-FA84-079E-20E2BF22BC40}"/>
              </a:ext>
            </a:extLst>
          </p:cNvPr>
          <p:cNvSpPr txBox="1"/>
          <p:nvPr/>
        </p:nvSpPr>
        <p:spPr>
          <a:xfrm>
            <a:off x="447040" y="294640"/>
            <a:ext cx="1824538" cy="579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761970">
              <a:lnSpc>
                <a:spcPts val="4042"/>
              </a:lnSpc>
            </a:pPr>
            <a:r>
              <a:rPr lang="fr-BE" sz="32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Strategy</a:t>
            </a:r>
            <a:endParaRPr lang="fr-BE" sz="3250" dirty="0">
              <a:solidFill>
                <a:srgbClr val="76B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14A06-4724-3DEE-9BCC-BFEC5FF828B9}"/>
              </a:ext>
            </a:extLst>
          </p:cNvPr>
          <p:cNvSpPr txBox="1"/>
          <p:nvPr/>
        </p:nvSpPr>
        <p:spPr>
          <a:xfrm>
            <a:off x="634998" y="1304203"/>
            <a:ext cx="110998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BE" sz="3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Exploratory</a:t>
            </a:r>
            <a:r>
              <a:rPr lang="fr-BE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Data </a:t>
            </a:r>
            <a:r>
              <a:rPr lang="fr-BE" sz="3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fr-BE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+ </a:t>
            </a:r>
            <a:r>
              <a:rPr lang="fr-BE" sz="3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cleaning</a:t>
            </a:r>
            <a:endParaRPr lang="fr-BE" sz="3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BE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Try </a:t>
            </a:r>
            <a:r>
              <a:rPr lang="fr-BE" sz="3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different</a:t>
            </a:r>
            <a:r>
              <a:rPr lang="fr-BE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Machine Learning </a:t>
            </a:r>
            <a:r>
              <a:rPr lang="fr-BE" sz="3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Models</a:t>
            </a:r>
            <a:r>
              <a:rPr lang="fr-BE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optimise the </a:t>
            </a:r>
            <a:r>
              <a:rPr lang="fr-BE" sz="3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Models</a:t>
            </a:r>
            <a:endParaRPr lang="fr-BE" sz="3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BE" sz="3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Identify</a:t>
            </a:r>
            <a:r>
              <a:rPr lang="fr-BE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important </a:t>
            </a:r>
            <a:r>
              <a:rPr lang="fr-BE" sz="3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features</a:t>
            </a:r>
            <a:endParaRPr lang="fr-BE" sz="3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BE" sz="3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85789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8B2CB2-2AD7-D6EF-7260-606F1AB756EB}"/>
              </a:ext>
            </a:extLst>
          </p:cNvPr>
          <p:cNvSpPr txBox="1"/>
          <p:nvPr/>
        </p:nvSpPr>
        <p:spPr>
          <a:xfrm>
            <a:off x="245533" y="228600"/>
            <a:ext cx="11638122" cy="592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32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Exploratory</a:t>
            </a:r>
            <a:r>
              <a:rPr lang="fr-BE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Data </a:t>
            </a:r>
            <a:r>
              <a:rPr lang="fr-BE" sz="32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Analysis</a:t>
            </a:r>
            <a:r>
              <a:rPr lang="fr-BE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: </a:t>
            </a:r>
            <a:r>
              <a:rPr lang="fr-BE" sz="32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Principle</a:t>
            </a:r>
            <a:r>
              <a:rPr lang="fr-BE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Component </a:t>
            </a:r>
            <a:r>
              <a:rPr lang="fr-BE" sz="32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Analysis</a:t>
            </a:r>
            <a:endParaRPr lang="fr-BE" sz="3250" dirty="0">
              <a:solidFill>
                <a:srgbClr val="76B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C21BC-83A8-52EF-0F04-40F2212BEA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81" r="47233"/>
          <a:stretch>
            <a:fillRect/>
          </a:stretch>
        </p:blipFill>
        <p:spPr>
          <a:xfrm>
            <a:off x="1375796" y="818972"/>
            <a:ext cx="3934612" cy="60369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CE48C6-E597-A282-A0C1-34926BDAE4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489" t="4281"/>
          <a:stretch>
            <a:fillRect/>
          </a:stretch>
        </p:blipFill>
        <p:spPr>
          <a:xfrm>
            <a:off x="5310408" y="821069"/>
            <a:ext cx="932912" cy="60369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B1C519-B44A-0817-D637-D5B9FAB35EA0}"/>
              </a:ext>
            </a:extLst>
          </p:cNvPr>
          <p:cNvSpPr txBox="1"/>
          <p:nvPr/>
        </p:nvSpPr>
        <p:spPr>
          <a:xfrm>
            <a:off x="8007420" y="1582340"/>
            <a:ext cx="39174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LIV :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Livelihoods</a:t>
            </a:r>
            <a:endParaRPr lang="fr-BE" sz="2600" dirty="0">
              <a:solidFill>
                <a:schemeClr val="bg1"/>
              </a:solidFill>
              <a:latin typeface="Aptos" panose="020B0004020202020204" pitchFamily="34" charset="0"/>
              <a:ea typeface="Roboto Slab" pitchFamily="34" charset="-122"/>
              <a:cs typeface="Roboto Slab" pitchFamily="34" charset="-120"/>
            </a:endParaRP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ECO : Economies</a:t>
            </a: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SP :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Sense</a:t>
            </a:r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 of Place</a:t>
            </a: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SPP :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Species</a:t>
            </a:r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 </a:t>
            </a: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AO : Artisanal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Fisheries</a:t>
            </a:r>
            <a:endParaRPr lang="fr-BE" sz="2600" dirty="0">
              <a:solidFill>
                <a:schemeClr val="bg1"/>
              </a:solidFill>
              <a:latin typeface="Aptos" panose="020B0004020202020204" pitchFamily="34" charset="0"/>
              <a:ea typeface="Roboto Slab" pitchFamily="34" charset="-122"/>
              <a:cs typeface="Roboto Slab" pitchFamily="34" charset="-120"/>
            </a:endParaRP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Are_km2 : surface area in km²</a:t>
            </a:r>
          </a:p>
          <a:p>
            <a:endParaRPr lang="fr-BE" sz="2600" dirty="0">
              <a:solidFill>
                <a:srgbClr val="76B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endParaRPr lang="fr-BE" sz="2600" dirty="0">
              <a:solidFill>
                <a:srgbClr val="76B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98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D48D12-55E9-EBD9-ED5D-08A2CC0E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738"/>
            <a:ext cx="7701094" cy="62992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8D30AC-9FC4-2FAB-090E-8CD1C658FC91}"/>
              </a:ext>
            </a:extLst>
          </p:cNvPr>
          <p:cNvSpPr txBox="1"/>
          <p:nvPr/>
        </p:nvSpPr>
        <p:spPr>
          <a:xfrm>
            <a:off x="1398" y="0"/>
            <a:ext cx="11072070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Exploratory Data Analysis : Biplot of PC1 and PC3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AA2A0C-2406-0F54-5F05-ECBFF4F5D70A}"/>
              </a:ext>
            </a:extLst>
          </p:cNvPr>
          <p:cNvSpPr/>
          <p:nvPr/>
        </p:nvSpPr>
        <p:spPr>
          <a:xfrm>
            <a:off x="2718033" y="2827090"/>
            <a:ext cx="453006" cy="276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86670B-FA37-798D-4780-F5DD2B5DC9FF}"/>
              </a:ext>
            </a:extLst>
          </p:cNvPr>
          <p:cNvSpPr txBox="1"/>
          <p:nvPr/>
        </p:nvSpPr>
        <p:spPr>
          <a:xfrm>
            <a:off x="8007420" y="1582340"/>
            <a:ext cx="391740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LIV :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Livelihoods</a:t>
            </a:r>
            <a:endParaRPr lang="fr-BE" sz="2600" dirty="0">
              <a:solidFill>
                <a:schemeClr val="bg1"/>
              </a:solidFill>
              <a:latin typeface="Aptos" panose="020B0004020202020204" pitchFamily="34" charset="0"/>
              <a:ea typeface="Roboto Slab" pitchFamily="34" charset="-122"/>
              <a:cs typeface="Roboto Slab" pitchFamily="34" charset="-120"/>
            </a:endParaRP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ECO : Economies</a:t>
            </a: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SP :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Sense</a:t>
            </a:r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 of Place</a:t>
            </a: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SPP :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Species</a:t>
            </a:r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 </a:t>
            </a: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AO : Artisanal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Fisheries</a:t>
            </a:r>
            <a:endParaRPr lang="fr-BE" sz="2600" dirty="0">
              <a:solidFill>
                <a:schemeClr val="bg1"/>
              </a:solidFill>
              <a:latin typeface="Aptos" panose="020B0004020202020204" pitchFamily="34" charset="0"/>
              <a:ea typeface="Roboto Slab" pitchFamily="34" charset="-122"/>
              <a:cs typeface="Roboto Slab" pitchFamily="34" charset="-120"/>
            </a:endParaRP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Are_km2 : surface area in km²</a:t>
            </a:r>
          </a:p>
          <a:p>
            <a:endParaRPr lang="fr-BE" sz="2600" dirty="0">
              <a:solidFill>
                <a:srgbClr val="76B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r>
              <a:rPr lang="fr-BE" sz="2600" b="1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=&gt; Focus on Clean Water</a:t>
            </a:r>
          </a:p>
          <a:p>
            <a:endParaRPr lang="fr-BE" sz="2600" dirty="0">
              <a:solidFill>
                <a:srgbClr val="76B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6701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8F740-FB45-DAB6-908E-8A2A4156B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D265E2-B68E-0FB1-CF2E-4BB270EE254F}"/>
              </a:ext>
            </a:extLst>
          </p:cNvPr>
          <p:cNvSpPr txBox="1"/>
          <p:nvPr/>
        </p:nvSpPr>
        <p:spPr>
          <a:xfrm>
            <a:off x="245533" y="228600"/>
            <a:ext cx="6336991" cy="5924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32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Different</a:t>
            </a:r>
            <a:r>
              <a:rPr lang="fr-BE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ML </a:t>
            </a:r>
            <a:r>
              <a:rPr lang="fr-BE" sz="32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models</a:t>
            </a:r>
            <a:r>
              <a:rPr lang="fr-BE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fr-BE" sz="32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evaluated</a:t>
            </a:r>
            <a:endParaRPr lang="fr-BE" sz="3250" dirty="0">
              <a:solidFill>
                <a:srgbClr val="76B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2784E3-8148-773C-F752-BAF80EBAA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658750"/>
              </p:ext>
            </p:extLst>
          </p:nvPr>
        </p:nvGraphicFramePr>
        <p:xfrm>
          <a:off x="191826" y="1687354"/>
          <a:ext cx="5357284" cy="4066869"/>
        </p:xfrm>
        <a:graphic>
          <a:graphicData uri="http://schemas.openxmlformats.org/drawingml/2006/table">
            <a:tbl>
              <a:tblPr/>
              <a:tblGrid>
                <a:gridCol w="1247306">
                  <a:extLst>
                    <a:ext uri="{9D8B030D-6E8A-4147-A177-3AD203B41FA5}">
                      <a16:colId xmlns:a16="http://schemas.microsoft.com/office/drawing/2014/main" val="3180290774"/>
                    </a:ext>
                  </a:extLst>
                </a:gridCol>
                <a:gridCol w="1022383">
                  <a:extLst>
                    <a:ext uri="{9D8B030D-6E8A-4147-A177-3AD203B41FA5}">
                      <a16:colId xmlns:a16="http://schemas.microsoft.com/office/drawing/2014/main" val="3711109599"/>
                    </a:ext>
                  </a:extLst>
                </a:gridCol>
                <a:gridCol w="2247743">
                  <a:extLst>
                    <a:ext uri="{9D8B030D-6E8A-4147-A177-3AD203B41FA5}">
                      <a16:colId xmlns:a16="http://schemas.microsoft.com/office/drawing/2014/main" val="3066755173"/>
                    </a:ext>
                  </a:extLst>
                </a:gridCol>
                <a:gridCol w="839852">
                  <a:extLst>
                    <a:ext uri="{9D8B030D-6E8A-4147-A177-3AD203B41FA5}">
                      <a16:colId xmlns:a16="http://schemas.microsoft.com/office/drawing/2014/main" val="1088649714"/>
                    </a:ext>
                  </a:extLst>
                </a:gridCol>
              </a:tblGrid>
              <a:tr h="4687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Model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0" dirty="0" err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Validation_Strategy</a:t>
                      </a:r>
                      <a:endParaRPr lang="fr-BE" sz="1600" b="0" dirty="0">
                        <a:solidFill>
                          <a:srgbClr val="FFFFF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0" dirty="0" err="1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Hyperparameters</a:t>
                      </a:r>
                      <a:endParaRPr lang="fr-BE" sz="1600" b="0" dirty="0">
                        <a:solidFill>
                          <a:srgbClr val="FFFFFF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0" dirty="0">
                          <a:solidFill>
                            <a:srgbClr val="FFFFFF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MSE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568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438478"/>
                  </a:ext>
                </a:extLst>
              </a:tr>
              <a:tr h="11016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Decision</a:t>
                      </a:r>
                      <a:r>
                        <a:rPr lang="fr-BE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  <a:r>
                        <a:rPr lang="fr-BE" sz="16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Tree</a:t>
                      </a:r>
                      <a:endParaRPr lang="fr-BE" sz="1600" b="0" dirty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K-</a:t>
                      </a:r>
                      <a:r>
                        <a:rPr lang="fr-BE" sz="16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fold</a:t>
                      </a:r>
                      <a:r>
                        <a:rPr lang="fr-BE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= 5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16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max_depth</a:t>
                      </a:r>
                      <a:r>
                        <a:rPr lang="en-GB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=3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205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12742"/>
                  </a:ext>
                </a:extLst>
              </a:tr>
              <a:tr h="11016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Random</a:t>
                      </a:r>
                      <a:r>
                        <a:rPr lang="fr-BE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Forest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0.7/0.3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19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n_estimators</a:t>
                      </a:r>
                      <a:r>
                        <a:rPr lang="en-GB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=500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122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083745"/>
                  </a:ext>
                </a:extLst>
              </a:tr>
              <a:tr h="11016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Gradient </a:t>
                      </a:r>
                      <a:r>
                        <a:rPr lang="fr-BE" sz="16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Boosting</a:t>
                      </a:r>
                      <a:endParaRPr lang="fr-BE" sz="1600" b="1" dirty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fr-BE" sz="16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Regressor</a:t>
                      </a:r>
                      <a:endParaRPr lang="fr-BE" sz="1600" b="1" dirty="0">
                        <a:solidFill>
                          <a:srgbClr val="434343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0.7/0.3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GB" sz="16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n_estimators</a:t>
                      </a:r>
                      <a:r>
                        <a:rPr lang="en-GB" sz="16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=200, </a:t>
                      </a:r>
                      <a:r>
                        <a:rPr lang="en-GB" sz="16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learning_rate</a:t>
                      </a:r>
                      <a:r>
                        <a:rPr lang="en-GB" sz="16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=0.2, </a:t>
                      </a:r>
                      <a:r>
                        <a:rPr lang="en-GB" sz="1600" b="1" dirty="0" err="1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max_depth</a:t>
                      </a:r>
                      <a:r>
                        <a:rPr lang="en-GB" sz="16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=5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BE" sz="1600" b="1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121</a:t>
                      </a:r>
                    </a:p>
                  </a:txBody>
                  <a:tcPr marL="60960" marR="60960" marT="15240" marB="1524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5188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F38047E-8583-F28E-2A93-78E305FBF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109" y="3517742"/>
            <a:ext cx="4279358" cy="3281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65CD5E-AE53-2C01-1E1D-151C05D13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267" y="188754"/>
            <a:ext cx="4267200" cy="3328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4BB289-6E57-BDE6-81C4-59FD07847AC2}"/>
              </a:ext>
            </a:extLst>
          </p:cNvPr>
          <p:cNvSpPr txBox="1"/>
          <p:nvPr/>
        </p:nvSpPr>
        <p:spPr>
          <a:xfrm>
            <a:off x="5164667" y="1160750"/>
            <a:ext cx="25823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800" dirty="0" err="1">
                <a:solidFill>
                  <a:schemeClr val="bg1"/>
                </a:solidFill>
              </a:rPr>
              <a:t>Hyperparameter</a:t>
            </a:r>
            <a:endParaRPr lang="fr-BE" sz="2800" dirty="0">
              <a:solidFill>
                <a:schemeClr val="bg1"/>
              </a:solidFill>
            </a:endParaRPr>
          </a:p>
          <a:p>
            <a:pPr algn="ctr"/>
            <a:r>
              <a:rPr lang="fr-BE" sz="2800" dirty="0">
                <a:solidFill>
                  <a:schemeClr val="bg1"/>
                </a:solidFill>
              </a:rPr>
              <a:t> tuning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A731BB6B-8F31-5283-5709-1E29E58E41AC}"/>
              </a:ext>
            </a:extLst>
          </p:cNvPr>
          <p:cNvSpPr/>
          <p:nvPr/>
        </p:nvSpPr>
        <p:spPr>
          <a:xfrm>
            <a:off x="6424805" y="2539334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141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DA4D03-E467-DFAC-8DAC-B8DA85ACF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411" y="8467"/>
            <a:ext cx="6901589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0EBA80-530C-ADE3-1279-DA351D2F3EF5}"/>
              </a:ext>
            </a:extLst>
          </p:cNvPr>
          <p:cNvSpPr txBox="1"/>
          <p:nvPr/>
        </p:nvSpPr>
        <p:spPr>
          <a:xfrm>
            <a:off x="95799" y="76200"/>
            <a:ext cx="2964273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32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Decision</a:t>
            </a:r>
            <a:r>
              <a:rPr lang="fr-BE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fr-BE" sz="32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Tree</a:t>
            </a:r>
            <a:r>
              <a:rPr lang="fr-BE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</a:p>
          <a:p>
            <a:r>
              <a:rPr lang="fr-BE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Visualisation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F7BA8-479F-8850-34C5-22F1B3087A76}"/>
              </a:ext>
            </a:extLst>
          </p:cNvPr>
          <p:cNvSpPr txBox="1"/>
          <p:nvPr/>
        </p:nvSpPr>
        <p:spPr>
          <a:xfrm>
            <a:off x="578398" y="1625600"/>
            <a:ext cx="39174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600" b="1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Outcome</a:t>
            </a:r>
            <a:r>
              <a:rPr lang="fr-BE" sz="2600" b="1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 : Clean Water</a:t>
            </a:r>
          </a:p>
          <a:p>
            <a:endParaRPr lang="fr-BE" sz="2600" dirty="0">
              <a:solidFill>
                <a:schemeClr val="bg1"/>
              </a:solidFill>
              <a:latin typeface="Aptos" panose="020B0004020202020204" pitchFamily="34" charset="0"/>
              <a:ea typeface="Roboto Slab" pitchFamily="34" charset="-122"/>
              <a:cs typeface="Roboto Slab" pitchFamily="34" charset="-120"/>
            </a:endParaRP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ECO : Economies</a:t>
            </a: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SP :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Sense</a:t>
            </a:r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 of Place</a:t>
            </a: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SPP :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Species</a:t>
            </a:r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 </a:t>
            </a: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AO : Artisanal </a:t>
            </a:r>
            <a:r>
              <a:rPr lang="fr-BE" sz="2600" dirty="0" err="1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Fisheries</a:t>
            </a:r>
            <a:endParaRPr lang="fr-BE" sz="2600" dirty="0">
              <a:solidFill>
                <a:schemeClr val="bg1"/>
              </a:solidFill>
              <a:latin typeface="Aptos" panose="020B0004020202020204" pitchFamily="34" charset="0"/>
              <a:ea typeface="Roboto Slab" pitchFamily="34" charset="-122"/>
              <a:cs typeface="Roboto Slab" pitchFamily="34" charset="-120"/>
            </a:endParaRPr>
          </a:p>
          <a:p>
            <a:r>
              <a:rPr lang="fr-BE" sz="2600" dirty="0">
                <a:solidFill>
                  <a:schemeClr val="bg1"/>
                </a:solidFill>
                <a:latin typeface="Aptos" panose="020B0004020202020204" pitchFamily="34" charset="0"/>
                <a:ea typeface="Roboto Slab" pitchFamily="34" charset="-122"/>
                <a:cs typeface="Roboto Slab" pitchFamily="34" charset="-120"/>
              </a:rPr>
              <a:t>Are_km2 : surface area in km²</a:t>
            </a:r>
          </a:p>
          <a:p>
            <a:endParaRPr lang="fr-BE" sz="2600" dirty="0">
              <a:solidFill>
                <a:srgbClr val="76B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016B69-0664-2B32-AA2B-D92073BDFDCF}"/>
              </a:ext>
            </a:extLst>
          </p:cNvPr>
          <p:cNvSpPr txBox="1"/>
          <p:nvPr/>
        </p:nvSpPr>
        <p:spPr>
          <a:xfrm>
            <a:off x="6942667" y="5723467"/>
            <a:ext cx="1016000" cy="677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1257338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Widescreen</PresentationFormat>
  <Paragraphs>58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Roboto</vt:lpstr>
      <vt:lpstr>Roboto Slab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Sophie Y.</dc:creator>
  <cp:lastModifiedBy>Sophie Y.</cp:lastModifiedBy>
  <cp:revision>1</cp:revision>
  <dcterms:created xsi:type="dcterms:W3CDTF">2025-11-12T09:37:16Z</dcterms:created>
  <dcterms:modified xsi:type="dcterms:W3CDTF">2025-11-12T14:42:08Z</dcterms:modified>
</cp:coreProperties>
</file>