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257" r:id="rId2"/>
    <p:sldId id="258" r:id="rId3"/>
    <p:sldId id="260" r:id="rId4"/>
    <p:sldId id="264" r:id="rId5"/>
    <p:sldId id="263" r:id="rId6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ophie Y." userId="f34e18bc73d4dbe8" providerId="LiveId" clId="{B14A4A8B-8448-4D27-9AA0-551459E1DFA5}"/>
    <pc:docChg chg="undo custSel delSld modSld">
      <pc:chgData name="Sophie Y." userId="f34e18bc73d4dbe8" providerId="LiveId" clId="{B14A4A8B-8448-4D27-9AA0-551459E1DFA5}" dt="2025-11-12T14:29:15.143" v="214" actId="1076"/>
      <pc:docMkLst>
        <pc:docMk/>
      </pc:docMkLst>
      <pc:sldChg chg="addSp modSp mod">
        <pc:chgData name="Sophie Y." userId="f34e18bc73d4dbe8" providerId="LiveId" clId="{B14A4A8B-8448-4D27-9AA0-551459E1DFA5}" dt="2025-11-12T14:24:59.604" v="98" actId="108"/>
        <pc:sldMkLst>
          <pc:docMk/>
          <pc:sldMk cId="0" sldId="257"/>
        </pc:sldMkLst>
        <pc:spChg chg="add mod">
          <ac:chgData name="Sophie Y." userId="f34e18bc73d4dbe8" providerId="LiveId" clId="{B14A4A8B-8448-4D27-9AA0-551459E1DFA5}" dt="2025-11-12T14:24:59.604" v="98" actId="108"/>
          <ac:spMkLst>
            <pc:docMk/>
            <pc:sldMk cId="0" sldId="257"/>
            <ac:spMk id="6" creationId="{6309ADAE-1846-DA7B-B5C6-D31DA205DB33}"/>
          </ac:spMkLst>
        </pc:spChg>
      </pc:sldChg>
      <pc:sldChg chg="modSp mod">
        <pc:chgData name="Sophie Y." userId="f34e18bc73d4dbe8" providerId="LiveId" clId="{B14A4A8B-8448-4D27-9AA0-551459E1DFA5}" dt="2025-11-12T14:28:12.261" v="195" actId="14100"/>
        <pc:sldMkLst>
          <pc:docMk/>
          <pc:sldMk cId="857892202" sldId="258"/>
        </pc:sldMkLst>
        <pc:spChg chg="mod">
          <ac:chgData name="Sophie Y." userId="f34e18bc73d4dbe8" providerId="LiveId" clId="{B14A4A8B-8448-4D27-9AA0-551459E1DFA5}" dt="2025-11-12T14:28:12.261" v="195" actId="14100"/>
          <ac:spMkLst>
            <pc:docMk/>
            <pc:sldMk cId="857892202" sldId="258"/>
            <ac:spMk id="4" creationId="{46C14A06-4724-3DEE-9BCC-BFEC5FF828B9}"/>
          </ac:spMkLst>
        </pc:spChg>
      </pc:sldChg>
      <pc:sldChg chg="del">
        <pc:chgData name="Sophie Y." userId="f34e18bc73d4dbe8" providerId="LiveId" clId="{B14A4A8B-8448-4D27-9AA0-551459E1DFA5}" dt="2025-11-12T14:24:14.252" v="0" actId="2696"/>
        <pc:sldMkLst>
          <pc:docMk/>
          <pc:sldMk cId="2554432822" sldId="259"/>
        </pc:sldMkLst>
      </pc:sldChg>
      <pc:sldChg chg="del">
        <pc:chgData name="Sophie Y." userId="f34e18bc73d4dbe8" providerId="LiveId" clId="{B14A4A8B-8448-4D27-9AA0-551459E1DFA5}" dt="2025-11-12T14:26:58.455" v="182" actId="2696"/>
        <pc:sldMkLst>
          <pc:docMk/>
          <pc:sldMk cId="1165090437" sldId="261"/>
        </pc:sldMkLst>
      </pc:sldChg>
      <pc:sldChg chg="modSp mod">
        <pc:chgData name="Sophie Y." userId="f34e18bc73d4dbe8" providerId="LiveId" clId="{B14A4A8B-8448-4D27-9AA0-551459E1DFA5}" dt="2025-11-12T14:29:15.143" v="214" actId="1076"/>
        <pc:sldMkLst>
          <pc:docMk/>
          <pc:sldMk cId="4012573386" sldId="263"/>
        </pc:sldMkLst>
        <pc:spChg chg="mod">
          <ac:chgData name="Sophie Y." userId="f34e18bc73d4dbe8" providerId="LiveId" clId="{B14A4A8B-8448-4D27-9AA0-551459E1DFA5}" dt="2025-11-12T14:29:15.143" v="214" actId="1076"/>
          <ac:spMkLst>
            <pc:docMk/>
            <pc:sldMk cId="4012573386" sldId="263"/>
            <ac:spMk id="11" creationId="{84BF7BA8-479F-8850-34C5-22F1B3087A76}"/>
          </ac:spMkLst>
        </pc:spChg>
        <pc:picChg chg="mod">
          <ac:chgData name="Sophie Y." userId="f34e18bc73d4dbe8" providerId="LiveId" clId="{B14A4A8B-8448-4D27-9AA0-551459E1DFA5}" dt="2025-11-12T14:29:11.617" v="212" actId="1076"/>
          <ac:picMkLst>
            <pc:docMk/>
            <pc:sldMk cId="4012573386" sldId="263"/>
            <ac:picMk id="5" creationId="{1FDA4D03-E467-DFAC-8DAC-B8DA85ACFEA3}"/>
          </ac:picMkLst>
        </pc:picChg>
      </pc:sldChg>
      <pc:sldChg chg="addSp modSp mod">
        <pc:chgData name="Sophie Y." userId="f34e18bc73d4dbe8" providerId="LiveId" clId="{B14A4A8B-8448-4D27-9AA0-551459E1DFA5}" dt="2025-11-12T14:28:43.902" v="206" actId="1076"/>
        <pc:sldMkLst>
          <pc:docMk/>
          <pc:sldMk cId="97141928" sldId="264"/>
        </pc:sldMkLst>
        <pc:spChg chg="mod">
          <ac:chgData name="Sophie Y." userId="f34e18bc73d4dbe8" providerId="LiveId" clId="{B14A4A8B-8448-4D27-9AA0-551459E1DFA5}" dt="2025-11-12T14:25:36.543" v="145" actId="20577"/>
          <ac:spMkLst>
            <pc:docMk/>
            <pc:sldMk cId="97141928" sldId="264"/>
            <ac:spMk id="2" creationId="{7DD265E2-B68E-0FB1-CF2E-4BB270EE254F}"/>
          </ac:spMkLst>
        </pc:spChg>
        <pc:spChg chg="add mod">
          <ac:chgData name="Sophie Y." userId="f34e18bc73d4dbe8" providerId="LiveId" clId="{B14A4A8B-8448-4D27-9AA0-551459E1DFA5}" dt="2025-11-12T14:28:43.902" v="206" actId="1076"/>
          <ac:spMkLst>
            <pc:docMk/>
            <pc:sldMk cId="97141928" sldId="264"/>
            <ac:spMk id="4" creationId="{A731BB6B-8F31-5283-5709-1E29E58E41AC}"/>
          </ac:spMkLst>
        </pc:spChg>
        <pc:spChg chg="mod">
          <ac:chgData name="Sophie Y." userId="f34e18bc73d4dbe8" providerId="LiveId" clId="{B14A4A8B-8448-4D27-9AA0-551459E1DFA5}" dt="2025-11-12T14:28:38.697" v="205" actId="14100"/>
          <ac:spMkLst>
            <pc:docMk/>
            <pc:sldMk cId="97141928" sldId="264"/>
            <ac:spMk id="8" creationId="{FF4BB289-6E57-BDE6-81C4-59FD07847AC2}"/>
          </ac:spMkLst>
        </pc:spChg>
        <pc:graphicFrameChg chg="mod modGraphic">
          <ac:chgData name="Sophie Y." userId="f34e18bc73d4dbe8" providerId="LiveId" clId="{B14A4A8B-8448-4D27-9AA0-551459E1DFA5}" dt="2025-11-12T14:28:20.986" v="199" actId="1076"/>
          <ac:graphicFrameMkLst>
            <pc:docMk/>
            <pc:sldMk cId="97141928" sldId="264"/>
            <ac:graphicFrameMk id="3" creationId="{F72784E3-8148-773C-F752-BAF80EBAA7EA}"/>
          </ac:graphicFrameMkLst>
        </pc:graphicFrameChg>
        <pc:picChg chg="mod">
          <ac:chgData name="Sophie Y." userId="f34e18bc73d4dbe8" providerId="LiveId" clId="{B14A4A8B-8448-4D27-9AA0-551459E1DFA5}" dt="2025-11-12T14:25:47.422" v="149" actId="14100"/>
          <ac:picMkLst>
            <pc:docMk/>
            <pc:sldMk cId="97141928" sldId="264"/>
            <ac:picMk id="5" creationId="{DF38047E-8583-F28E-2A93-78E305FBF79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0F7F9F1-FCAF-428C-BE75-156E4B820D80}" type="datetimeFigureOut">
              <a:rPr lang="fr-BE" smtClean="0"/>
              <a:t>12-11-25</a:t>
            </a:fld>
            <a:endParaRPr lang="fr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fr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2D1023-1CCC-4834-B965-F860580B7536}" type="slidenum">
              <a:rPr lang="fr-BE" smtClean="0"/>
              <a:t>‹#›</a:t>
            </a:fld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21178551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63823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146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1024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42436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05404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686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7542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3118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31410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1750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71B21"/>
          </a:solidFill>
          <a:ln/>
        </p:spPr>
        <p:txBody>
          <a:bodyPr/>
          <a:lstStyle/>
          <a:p>
            <a:endParaRPr lang="en-BE" sz="150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02733"/>
          </a:solidFill>
          <a:ln/>
        </p:spPr>
        <p:txBody>
          <a:bodyPr/>
          <a:lstStyle/>
          <a:p>
            <a:endParaRPr lang="en-BE" sz="150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9346" y="6457950"/>
            <a:ext cx="1435504" cy="3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9870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D4EDF1-DF4A-1088-0DD2-4B253C847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4CBD07-043D-6367-167C-22DBE455DA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2" indent="0" algn="ctr">
              <a:buNone/>
              <a:defRPr sz="2000"/>
            </a:lvl2pPr>
            <a:lvl3pPr marL="914363" indent="0" algn="ctr">
              <a:buNone/>
              <a:defRPr sz="1800"/>
            </a:lvl3pPr>
            <a:lvl4pPr marL="1371545" indent="0" algn="ctr">
              <a:buNone/>
              <a:defRPr sz="1600"/>
            </a:lvl4pPr>
            <a:lvl5pPr marL="1828727" indent="0" algn="ctr">
              <a:buNone/>
              <a:defRPr sz="1600"/>
            </a:lvl5pPr>
            <a:lvl6pPr marL="2285909" indent="0" algn="ctr">
              <a:buNone/>
              <a:defRPr sz="1600"/>
            </a:lvl6pPr>
            <a:lvl7pPr marL="2743090" indent="0" algn="ctr">
              <a:buNone/>
              <a:defRPr sz="1600"/>
            </a:lvl7pPr>
            <a:lvl8pPr marL="3200272" indent="0" algn="ctr">
              <a:buNone/>
              <a:defRPr sz="1600"/>
            </a:lvl8pPr>
            <a:lvl9pPr marL="3657454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4AC702-4013-7DCA-6F62-A2D3B448F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4D69BF-558A-F64D-84C4-CBE566C1B787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5A89A9-8C96-8830-60C4-34501598E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A5F01-36D4-2B51-9C9D-4D83B24D37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DD60F4-183A-2C45-9F70-6EB6794229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6549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0032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hf sldNum="0" hdr="0" ftr="0" dt="0"/>
  <p:txStyles>
    <p:titleStyle>
      <a:lvl1pPr algn="ctr" defTabSz="761970" rtl="0" eaLnBrk="1" latinLnBrk="0" hangingPunct="1">
        <a:spcBef>
          <a:spcPct val="0"/>
        </a:spcBef>
        <a:buNone/>
        <a:defRPr sz="36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5739" indent="-285739" algn="l" defTabSz="761970" rtl="0" eaLnBrk="1" latinLnBrk="0" hangingPunct="1">
        <a:spcBef>
          <a:spcPct val="20000"/>
        </a:spcBef>
        <a:buFont typeface="Arial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1pPr>
      <a:lvl2pPr marL="619100" indent="-238115" algn="l" defTabSz="761970" rtl="0" eaLnBrk="1" latinLnBrk="0" hangingPunct="1">
        <a:spcBef>
          <a:spcPct val="20000"/>
        </a:spcBef>
        <a:buFont typeface="Arial" pitchFamily="34" charset="0"/>
        <a:buChar char="–"/>
        <a:defRPr sz="2333" kern="1200">
          <a:solidFill>
            <a:schemeClr val="tx1"/>
          </a:solidFill>
          <a:latin typeface="+mn-lt"/>
          <a:ea typeface="+mn-ea"/>
          <a:cs typeface="+mn-cs"/>
        </a:defRPr>
      </a:lvl2pPr>
      <a:lvl3pPr marL="952462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33447" indent="-190492" algn="l" defTabSz="761970" rtl="0" eaLnBrk="1" latinLnBrk="0" hangingPunct="1">
        <a:spcBef>
          <a:spcPct val="20000"/>
        </a:spcBef>
        <a:buFont typeface="Arial" pitchFamily="34" charset="0"/>
        <a:buChar char="–"/>
        <a:defRPr sz="1667" kern="1200">
          <a:solidFill>
            <a:schemeClr val="tx1"/>
          </a:solidFill>
          <a:latin typeface="+mn-lt"/>
          <a:ea typeface="+mn-ea"/>
          <a:cs typeface="+mn-cs"/>
        </a:defRPr>
      </a:lvl4pPr>
      <a:lvl5pPr marL="1714431" indent="-190492" algn="l" defTabSz="761970" rtl="0" eaLnBrk="1" latinLnBrk="0" hangingPunct="1">
        <a:spcBef>
          <a:spcPct val="20000"/>
        </a:spcBef>
        <a:buFont typeface="Arial" pitchFamily="34" charset="0"/>
        <a:buChar char="»"/>
        <a:defRPr sz="1667" kern="1200">
          <a:solidFill>
            <a:schemeClr val="tx1"/>
          </a:solidFill>
          <a:latin typeface="+mn-lt"/>
          <a:ea typeface="+mn-ea"/>
          <a:cs typeface="+mn-cs"/>
        </a:defRPr>
      </a:lvl5pPr>
      <a:lvl6pPr marL="2095416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6pPr>
      <a:lvl7pPr marL="2476401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7pPr>
      <a:lvl8pPr marL="2857386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8pPr>
      <a:lvl9pPr marL="3238370" indent="-190492" algn="l" defTabSz="761970" rtl="0" eaLnBrk="1" latinLnBrk="0" hangingPunct="1">
        <a:spcBef>
          <a:spcPct val="20000"/>
        </a:spcBef>
        <a:buFont typeface="Arial" pitchFamily="34" charset="0"/>
        <a:buChar char="•"/>
        <a:defRPr sz="1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1pPr>
      <a:lvl2pPr marL="380985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761970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14295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52393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1904924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85909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666893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47878" algn="l" defTabSz="761970" rtl="0" eaLnBrk="1" latinLnBrk="0" hangingPunct="1"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61492" y="2523629"/>
            <a:ext cx="6297018" cy="10334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761970">
              <a:lnSpc>
                <a:spcPts val="4042"/>
              </a:lnSpc>
            </a:pPr>
            <a:r>
              <a:rPr lang="en-US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Ocean Health Data: From Raw Data to Insights</a:t>
            </a:r>
            <a:endParaRPr lang="en-US" sz="325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1"/>
          <p:cNvSpPr/>
          <p:nvPr/>
        </p:nvSpPr>
        <p:spPr>
          <a:xfrm>
            <a:off x="661492" y="3805139"/>
            <a:ext cx="6297018" cy="5292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761970">
              <a:lnSpc>
                <a:spcPts val="2083"/>
              </a:lnSpc>
            </a:pPr>
            <a:r>
              <a:rPr lang="en-US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Transforming ocean health data into actionable insights using Machine Learning and interactive visualizations for environmental stakeholders and policy makers.</a:t>
            </a:r>
            <a:endParaRPr lang="en-US" sz="1292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309ADAE-1846-DA7B-B5C6-D31DA205DB33}"/>
              </a:ext>
            </a:extLst>
          </p:cNvPr>
          <p:cNvSpPr txBox="1"/>
          <p:nvPr/>
        </p:nvSpPr>
        <p:spPr>
          <a:xfrm>
            <a:off x="152400" y="5818202"/>
            <a:ext cx="6096000" cy="8743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defTabSz="761970">
              <a:lnSpc>
                <a:spcPts val="2083"/>
              </a:lnSpc>
            </a:pPr>
            <a:r>
              <a:rPr lang="fr-BE" sz="1292" dirty="0" err="1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Reinout</a:t>
            </a:r>
            <a:r>
              <a:rPr lang="fr-BE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</a:t>
            </a:r>
            <a:r>
              <a:rPr lang="fr-BE" sz="1292" dirty="0" err="1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Schols</a:t>
            </a:r>
            <a:endParaRPr lang="fr-BE" sz="1292" dirty="0">
              <a:solidFill>
                <a:srgbClr val="D6E5EF"/>
              </a:solidFill>
              <a:latin typeface="Roboto" pitchFamily="34" charset="0"/>
              <a:ea typeface="Roboto" pitchFamily="34" charset="-122"/>
              <a:cs typeface="Roboto" pitchFamily="34" charset="-120"/>
            </a:endParaRPr>
          </a:p>
          <a:p>
            <a:pPr defTabSz="761970">
              <a:lnSpc>
                <a:spcPts val="2083"/>
              </a:lnSpc>
            </a:pPr>
            <a:r>
              <a:rPr lang="fr-BE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Sophie Yam</a:t>
            </a:r>
          </a:p>
          <a:p>
            <a:pPr defTabSz="761970">
              <a:lnSpc>
                <a:spcPts val="2083"/>
              </a:lnSpc>
            </a:pPr>
            <a:r>
              <a:rPr lang="fr-BE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2MA </a:t>
            </a:r>
            <a:r>
              <a:rPr lang="fr-BE" sz="1292" dirty="0" err="1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Statistics</a:t>
            </a:r>
            <a:r>
              <a:rPr lang="fr-BE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and Data Science | </a:t>
            </a:r>
            <a:r>
              <a:rPr lang="fr-BE" sz="1292" dirty="0" err="1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UHasselt</a:t>
            </a:r>
            <a:r>
              <a:rPr lang="fr-BE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| 12 </a:t>
            </a:r>
            <a:r>
              <a:rPr lang="fr-BE" sz="1292" dirty="0" err="1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Nov</a:t>
            </a:r>
            <a:r>
              <a:rPr lang="fr-BE" sz="1292" dirty="0">
                <a:solidFill>
                  <a:srgbClr val="D6E5E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E55C45C-61F6-FA84-079E-20E2BF22BC40}"/>
              </a:ext>
            </a:extLst>
          </p:cNvPr>
          <p:cNvSpPr txBox="1"/>
          <p:nvPr/>
        </p:nvSpPr>
        <p:spPr>
          <a:xfrm>
            <a:off x="447040" y="294640"/>
            <a:ext cx="1824538" cy="579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761970">
              <a:lnSpc>
                <a:spcPts val="4042"/>
              </a:lnSpc>
            </a:pP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Strategy</a:t>
            </a:r>
            <a:endParaRPr lang="fr-BE" sz="325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C14A06-4724-3DEE-9BCC-BFEC5FF828B9}"/>
              </a:ext>
            </a:extLst>
          </p:cNvPr>
          <p:cNvSpPr txBox="1"/>
          <p:nvPr/>
        </p:nvSpPr>
        <p:spPr>
          <a:xfrm>
            <a:off x="634998" y="1304203"/>
            <a:ext cx="11099801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fr-BE" sz="3200" dirty="0" err="1">
                <a:solidFill>
                  <a:schemeClr val="bg1"/>
                </a:solidFill>
              </a:rPr>
              <a:t>Identify</a:t>
            </a:r>
            <a:r>
              <a:rPr lang="fr-BE" sz="3200" dirty="0">
                <a:solidFill>
                  <a:schemeClr val="bg1"/>
                </a:solidFill>
              </a:rPr>
              <a:t> key </a:t>
            </a:r>
            <a:r>
              <a:rPr lang="fr-BE" sz="3200" dirty="0" err="1">
                <a:solidFill>
                  <a:schemeClr val="bg1"/>
                </a:solidFill>
              </a:rPr>
              <a:t>contributing</a:t>
            </a:r>
            <a:r>
              <a:rPr lang="fr-BE" sz="3200" dirty="0">
                <a:solidFill>
                  <a:schemeClr val="bg1"/>
                </a:solidFill>
              </a:rPr>
              <a:t> </a:t>
            </a:r>
            <a:r>
              <a:rPr lang="fr-BE" sz="3200" dirty="0" err="1">
                <a:solidFill>
                  <a:schemeClr val="bg1"/>
                </a:solidFill>
              </a:rPr>
              <a:t>factors</a:t>
            </a:r>
            <a:r>
              <a:rPr lang="fr-BE" sz="3200" dirty="0">
                <a:solidFill>
                  <a:schemeClr val="bg1"/>
                </a:solidFill>
              </a:rPr>
              <a:t> </a:t>
            </a:r>
            <a:r>
              <a:rPr lang="fr-BE" sz="3200" dirty="0" err="1">
                <a:solidFill>
                  <a:schemeClr val="bg1"/>
                </a:solidFill>
              </a:rPr>
              <a:t>using</a:t>
            </a:r>
            <a:r>
              <a:rPr lang="fr-BE" sz="3200" dirty="0">
                <a:solidFill>
                  <a:schemeClr val="bg1"/>
                </a:solidFill>
              </a:rPr>
              <a:t> Principal Component </a:t>
            </a:r>
            <a:r>
              <a:rPr lang="fr-BE" sz="3200" dirty="0" err="1">
                <a:solidFill>
                  <a:schemeClr val="bg1"/>
                </a:solidFill>
              </a:rPr>
              <a:t>Analysis</a:t>
            </a:r>
            <a:endParaRPr lang="fr-BE" sz="3200" dirty="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fr-BE" sz="3200" dirty="0">
                <a:solidFill>
                  <a:schemeClr val="bg1"/>
                </a:solidFill>
              </a:rPr>
              <a:t>Try </a:t>
            </a:r>
            <a:r>
              <a:rPr lang="fr-BE" sz="3200" dirty="0" err="1">
                <a:solidFill>
                  <a:schemeClr val="bg1"/>
                </a:solidFill>
              </a:rPr>
              <a:t>different</a:t>
            </a:r>
            <a:r>
              <a:rPr lang="fr-BE" sz="3200" dirty="0">
                <a:solidFill>
                  <a:schemeClr val="bg1"/>
                </a:solidFill>
              </a:rPr>
              <a:t> Machine Learning </a:t>
            </a:r>
            <a:r>
              <a:rPr lang="fr-BE" sz="3200" dirty="0" err="1">
                <a:solidFill>
                  <a:schemeClr val="bg1"/>
                </a:solidFill>
              </a:rPr>
              <a:t>Models</a:t>
            </a:r>
            <a:r>
              <a:rPr lang="fr-BE" sz="3200" dirty="0">
                <a:solidFill>
                  <a:schemeClr val="bg1"/>
                </a:solidFill>
              </a:rPr>
              <a:t> and optimise the </a:t>
            </a:r>
            <a:r>
              <a:rPr lang="fr-BE" sz="3200" dirty="0" err="1">
                <a:solidFill>
                  <a:schemeClr val="bg1"/>
                </a:solidFill>
              </a:rPr>
              <a:t>Models</a:t>
            </a:r>
            <a:endParaRPr lang="fr-BE" sz="3200" dirty="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fr-BE" sz="3200" dirty="0" err="1">
                <a:solidFill>
                  <a:schemeClr val="bg1"/>
                </a:solidFill>
              </a:rPr>
              <a:t>Identify</a:t>
            </a:r>
            <a:r>
              <a:rPr lang="fr-BE" sz="3200" dirty="0">
                <a:solidFill>
                  <a:schemeClr val="bg1"/>
                </a:solidFill>
              </a:rPr>
              <a:t> important </a:t>
            </a:r>
            <a:r>
              <a:rPr lang="fr-BE" sz="3200" dirty="0" err="1">
                <a:solidFill>
                  <a:schemeClr val="bg1"/>
                </a:solidFill>
              </a:rPr>
              <a:t>features</a:t>
            </a:r>
            <a:endParaRPr lang="fr-BE" sz="3200" dirty="0">
              <a:solidFill>
                <a:schemeClr val="bg1"/>
              </a:solidFill>
            </a:endParaRPr>
          </a:p>
          <a:p>
            <a:pPr marL="342900" indent="-342900">
              <a:buFont typeface="+mj-lt"/>
              <a:buAutoNum type="arabicPeriod"/>
            </a:pPr>
            <a:r>
              <a:rPr lang="fr-BE" sz="3200" dirty="0">
                <a:solidFill>
                  <a:schemeClr val="bg1"/>
                </a:solidFill>
              </a:rPr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8578922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D8B2CB2-2AD7-D6EF-7260-606F1AB756EB}"/>
              </a:ext>
            </a:extLst>
          </p:cNvPr>
          <p:cNvSpPr txBox="1"/>
          <p:nvPr/>
        </p:nvSpPr>
        <p:spPr>
          <a:xfrm>
            <a:off x="245533" y="228600"/>
            <a:ext cx="4740400" cy="5924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PCA Data Visualisation</a:t>
            </a:r>
          </a:p>
        </p:txBody>
      </p:sp>
    </p:spTree>
    <p:extLst>
      <p:ext uri="{BB962C8B-B14F-4D97-AF65-F5344CB8AC3E}">
        <p14:creationId xmlns:p14="http://schemas.microsoft.com/office/powerpoint/2010/main" val="135981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8F740-FB45-DAB6-908E-8A2A4156B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D265E2-B68E-0FB1-CF2E-4BB270EE254F}"/>
              </a:ext>
            </a:extLst>
          </p:cNvPr>
          <p:cNvSpPr txBox="1"/>
          <p:nvPr/>
        </p:nvSpPr>
        <p:spPr>
          <a:xfrm>
            <a:off x="245533" y="228600"/>
            <a:ext cx="6336991" cy="59247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Different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ML </a:t>
            </a: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models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evaluated</a:t>
            </a:r>
            <a:endParaRPr lang="fr-BE" sz="325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72784E3-8148-773C-F752-BAF80EBAA7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0589375"/>
              </p:ext>
            </p:extLst>
          </p:nvPr>
        </p:nvGraphicFramePr>
        <p:xfrm>
          <a:off x="191826" y="1687354"/>
          <a:ext cx="5357284" cy="3773645"/>
        </p:xfrm>
        <a:graphic>
          <a:graphicData uri="http://schemas.openxmlformats.org/drawingml/2006/table">
            <a:tbl>
              <a:tblPr/>
              <a:tblGrid>
                <a:gridCol w="1247306">
                  <a:extLst>
                    <a:ext uri="{9D8B030D-6E8A-4147-A177-3AD203B41FA5}">
                      <a16:colId xmlns:a16="http://schemas.microsoft.com/office/drawing/2014/main" val="3180290774"/>
                    </a:ext>
                  </a:extLst>
                </a:gridCol>
                <a:gridCol w="1022383">
                  <a:extLst>
                    <a:ext uri="{9D8B030D-6E8A-4147-A177-3AD203B41FA5}">
                      <a16:colId xmlns:a16="http://schemas.microsoft.com/office/drawing/2014/main" val="3711109599"/>
                    </a:ext>
                  </a:extLst>
                </a:gridCol>
                <a:gridCol w="2247743">
                  <a:extLst>
                    <a:ext uri="{9D8B030D-6E8A-4147-A177-3AD203B41FA5}">
                      <a16:colId xmlns:a16="http://schemas.microsoft.com/office/drawing/2014/main" val="3066755173"/>
                    </a:ext>
                  </a:extLst>
                </a:gridCol>
                <a:gridCol w="839852">
                  <a:extLst>
                    <a:ext uri="{9D8B030D-6E8A-4147-A177-3AD203B41FA5}">
                      <a16:colId xmlns:a16="http://schemas.microsoft.com/office/drawing/2014/main" val="1088649714"/>
                    </a:ext>
                  </a:extLst>
                </a:gridCol>
              </a:tblGrid>
              <a:tr h="468776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Model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3568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 err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Validation_Strategy</a:t>
                      </a:r>
                      <a:endParaRPr lang="fr-BE" sz="1400" b="0" dirty="0">
                        <a:solidFill>
                          <a:srgbClr val="FFFFFF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 err="1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Hyperparameters</a:t>
                      </a:r>
                      <a:endParaRPr lang="fr-BE" sz="1400" b="0" dirty="0">
                        <a:solidFill>
                          <a:srgbClr val="FFFFFF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>
                          <a:solidFill>
                            <a:srgbClr val="FFFFFF"/>
                          </a:solidFill>
                          <a:effectLst/>
                          <a:latin typeface="Roboto" panose="02000000000000000000" pitchFamily="2" charset="0"/>
                        </a:rPr>
                        <a:t>MSE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568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284E3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85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3438478"/>
                  </a:ext>
                </a:extLst>
              </a:tr>
              <a:tr h="11016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Decision</a:t>
                      </a: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 </a:t>
                      </a:r>
                      <a:r>
                        <a:rPr lang="fr-BE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Tree</a:t>
                      </a:r>
                      <a:endParaRPr lang="fr-BE" sz="1400" b="0" dirty="0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619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K-</a:t>
                      </a:r>
                      <a:r>
                        <a:rPr lang="fr-BE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fold</a:t>
                      </a: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 = 5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GB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Max_depth</a:t>
                      </a:r>
                      <a:r>
                        <a:rPr lang="en-GB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=3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205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712742"/>
                  </a:ext>
                </a:extLst>
              </a:tr>
              <a:tr h="11016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Random</a:t>
                      </a: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 Forest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0.7/0.3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76197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400" b="0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n_estimators</a:t>
                      </a:r>
                      <a:r>
                        <a:rPr lang="en-GB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=500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0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122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7083745"/>
                  </a:ext>
                </a:extLst>
              </a:tr>
              <a:tr h="1101623"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Gradient </a:t>
                      </a:r>
                      <a:r>
                        <a:rPr lang="fr-BE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Boosting</a:t>
                      </a:r>
                      <a:endParaRPr lang="fr-BE" sz="1400" b="1" dirty="0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</a:endParaRPr>
                    </a:p>
                    <a:p>
                      <a:pPr algn="ctr" rtl="0" fontAlgn="ctr">
                        <a:buNone/>
                      </a:pPr>
                      <a:r>
                        <a:rPr lang="fr-BE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Regressor</a:t>
                      </a:r>
                      <a:endParaRPr lang="fr-BE" sz="1400" b="1" dirty="0">
                        <a:solidFill>
                          <a:srgbClr val="434343"/>
                        </a:solidFill>
                        <a:effectLst/>
                        <a:latin typeface="Roboto" panose="02000000000000000000" pitchFamily="2" charset="0"/>
                      </a:endParaRP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0.7/0.3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en-GB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n_estimators</a:t>
                      </a:r>
                      <a:r>
                        <a:rPr lang="en-GB" sz="1400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=200, </a:t>
                      </a:r>
                      <a:r>
                        <a:rPr lang="en-GB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learning_rate</a:t>
                      </a:r>
                      <a:r>
                        <a:rPr lang="en-GB" sz="1400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=0.2, </a:t>
                      </a:r>
                      <a:r>
                        <a:rPr lang="en-GB" sz="1400" b="1" dirty="0" err="1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max_depth</a:t>
                      </a:r>
                      <a:r>
                        <a:rPr lang="en-GB" sz="1400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=5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>
                        <a:buNone/>
                      </a:pPr>
                      <a:r>
                        <a:rPr lang="fr-BE" sz="1400" b="1" dirty="0">
                          <a:solidFill>
                            <a:srgbClr val="434343"/>
                          </a:solidFill>
                          <a:effectLst/>
                          <a:latin typeface="Roboto" panose="02000000000000000000" pitchFamily="2" charset="0"/>
                        </a:rPr>
                        <a:t>121</a:t>
                      </a:r>
                    </a:p>
                  </a:txBody>
                  <a:tcPr marL="60960" marR="60960" marT="15240" marB="15240" anchor="ctr">
                    <a:lnL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5251882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F38047E-8583-F28E-2A93-78E305FBF7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109" y="3517742"/>
            <a:ext cx="4279358" cy="328163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365CD5E-AE53-2C01-1E1D-151C05D138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9267" y="188754"/>
            <a:ext cx="4267200" cy="33289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F4BB289-6E57-BDE6-81C4-59FD07847AC2}"/>
              </a:ext>
            </a:extLst>
          </p:cNvPr>
          <p:cNvSpPr txBox="1"/>
          <p:nvPr/>
        </p:nvSpPr>
        <p:spPr>
          <a:xfrm>
            <a:off x="5164667" y="1160750"/>
            <a:ext cx="258233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BE" sz="2800" dirty="0" err="1">
                <a:solidFill>
                  <a:schemeClr val="bg1"/>
                </a:solidFill>
              </a:rPr>
              <a:t>Hyperparameter</a:t>
            </a:r>
            <a:endParaRPr lang="fr-BE" sz="2800" dirty="0">
              <a:solidFill>
                <a:schemeClr val="bg1"/>
              </a:solidFill>
            </a:endParaRPr>
          </a:p>
          <a:p>
            <a:pPr algn="ctr"/>
            <a:r>
              <a:rPr lang="fr-BE" sz="2800" dirty="0">
                <a:solidFill>
                  <a:schemeClr val="bg1"/>
                </a:solidFill>
              </a:rPr>
              <a:t> tuning</a:t>
            </a:r>
          </a:p>
        </p:txBody>
      </p:sp>
      <p:sp>
        <p:nvSpPr>
          <p:cNvPr id="4" name="Arrow: Down 3">
            <a:extLst>
              <a:ext uri="{FF2B5EF4-FFF2-40B4-BE49-F238E27FC236}">
                <a16:creationId xmlns:a16="http://schemas.microsoft.com/office/drawing/2014/main" id="{A731BB6B-8F31-5283-5709-1E29E58E41AC}"/>
              </a:ext>
            </a:extLst>
          </p:cNvPr>
          <p:cNvSpPr/>
          <p:nvPr/>
        </p:nvSpPr>
        <p:spPr>
          <a:xfrm>
            <a:off x="6424805" y="2539334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BE"/>
          </a:p>
        </p:txBody>
      </p:sp>
    </p:spTree>
    <p:extLst>
      <p:ext uri="{BB962C8B-B14F-4D97-AF65-F5344CB8AC3E}">
        <p14:creationId xmlns:p14="http://schemas.microsoft.com/office/powerpoint/2010/main" val="97141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FDA4D03-E467-DFAC-8DAC-B8DA85ACFE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0411" y="8467"/>
            <a:ext cx="6901589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90EBA80-530C-ADE3-1279-DA351D2F3EF5}"/>
              </a:ext>
            </a:extLst>
          </p:cNvPr>
          <p:cNvSpPr txBox="1"/>
          <p:nvPr/>
        </p:nvSpPr>
        <p:spPr>
          <a:xfrm>
            <a:off x="95799" y="76200"/>
            <a:ext cx="2964273" cy="10926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Decision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  <a:r>
              <a:rPr lang="fr-BE" sz="3250" dirty="0" err="1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Tree</a:t>
            </a:r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 </a:t>
            </a:r>
          </a:p>
          <a:p>
            <a:r>
              <a:rPr lang="fr-BE" sz="3250" dirty="0">
                <a:solidFill>
                  <a:srgbClr val="76B9FF"/>
                </a:solidFill>
                <a:latin typeface="Roboto Slab" pitchFamily="34" charset="0"/>
                <a:ea typeface="Roboto Slab" pitchFamily="34" charset="-122"/>
                <a:cs typeface="Roboto Slab" pitchFamily="34" charset="-120"/>
              </a:rPr>
              <a:t>Visualisation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4BF7BA8-479F-8850-34C5-22F1B3087A76}"/>
              </a:ext>
            </a:extLst>
          </p:cNvPr>
          <p:cNvSpPr txBox="1"/>
          <p:nvPr/>
        </p:nvSpPr>
        <p:spPr>
          <a:xfrm>
            <a:off x="578398" y="1625600"/>
            <a:ext cx="3917402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ECO : Economies</a:t>
            </a: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 :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Sense</a:t>
            </a:r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 of Place</a:t>
            </a: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SPP :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Species</a:t>
            </a:r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 </a:t>
            </a:r>
          </a:p>
          <a:p>
            <a:r>
              <a:rPr lang="fr-BE" sz="2600" dirty="0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AO : Artisanal </a:t>
            </a:r>
            <a:r>
              <a:rPr lang="fr-BE" sz="2600" dirty="0" err="1">
                <a:solidFill>
                  <a:schemeClr val="bg1"/>
                </a:solidFill>
                <a:latin typeface="Aptos" panose="020B0004020202020204" pitchFamily="34" charset="0"/>
                <a:ea typeface="Roboto Slab" pitchFamily="34" charset="-122"/>
                <a:cs typeface="Roboto Slab" pitchFamily="34" charset="-120"/>
              </a:rPr>
              <a:t>Fisheries</a:t>
            </a:r>
            <a:endParaRPr lang="fr-BE" sz="2600" dirty="0">
              <a:solidFill>
                <a:schemeClr val="bg1"/>
              </a:solidFill>
              <a:latin typeface="Aptos" panose="020B0004020202020204" pitchFamily="34" charset="0"/>
              <a:ea typeface="Roboto Slab" pitchFamily="34" charset="-122"/>
              <a:cs typeface="Roboto Slab" pitchFamily="34" charset="-120"/>
            </a:endParaRPr>
          </a:p>
          <a:p>
            <a:endParaRPr lang="fr-BE" sz="2600" dirty="0">
              <a:solidFill>
                <a:srgbClr val="76B9FF"/>
              </a:solidFill>
              <a:latin typeface="Aptos" panose="020B0004020202020204" pitchFamily="34" charset="0"/>
              <a:ea typeface="Roboto Slab" pitchFamily="34" charset="-122"/>
              <a:cs typeface="Roboto Slab" pitchFamily="34" charset="-120"/>
            </a:endParaRPr>
          </a:p>
          <a:p>
            <a:endParaRPr lang="fr-BE" sz="2600" dirty="0">
              <a:solidFill>
                <a:srgbClr val="76B9FF"/>
              </a:solidFill>
              <a:latin typeface="Roboto Slab" pitchFamily="34" charset="0"/>
              <a:ea typeface="Roboto Slab" pitchFamily="34" charset="-122"/>
              <a:cs typeface="Roboto Slab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12573386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</Words>
  <Application>Microsoft Office PowerPoint</Application>
  <PresentationFormat>Widescreen</PresentationFormat>
  <Paragraphs>38</Paragraphs>
  <Slides>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Arial</vt:lpstr>
      <vt:lpstr>Calibri</vt:lpstr>
      <vt:lpstr>Roboto</vt:lpstr>
      <vt:lpstr>Roboto Slab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Sophie Y.</dc:creator>
  <cp:lastModifiedBy>Sophie Y.</cp:lastModifiedBy>
  <cp:revision>1</cp:revision>
  <dcterms:created xsi:type="dcterms:W3CDTF">2025-11-12T09:37:16Z</dcterms:created>
  <dcterms:modified xsi:type="dcterms:W3CDTF">2025-11-12T14:29:18Z</dcterms:modified>
</cp:coreProperties>
</file>